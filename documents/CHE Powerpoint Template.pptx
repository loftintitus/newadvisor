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3" r:id="rId1"/>
  </p:sldMasterIdLst>
  <p:notesMasterIdLst>
    <p:notesMasterId r:id="rId16"/>
  </p:notesMasterIdLst>
  <p:sldIdLst>
    <p:sldId id="2401" r:id="rId2"/>
    <p:sldId id="2400" r:id="rId3"/>
    <p:sldId id="886" r:id="rId4"/>
    <p:sldId id="836" r:id="rId5"/>
    <p:sldId id="887" r:id="rId6"/>
    <p:sldId id="2389" r:id="rId7"/>
    <p:sldId id="256" r:id="rId8"/>
    <p:sldId id="2395" r:id="rId9"/>
    <p:sldId id="2394" r:id="rId10"/>
    <p:sldId id="2393" r:id="rId11"/>
    <p:sldId id="2390" r:id="rId12"/>
    <p:sldId id="2392" r:id="rId13"/>
    <p:sldId id="2396" r:id="rId14"/>
    <p:sldId id="280" r:id="rId15"/>
  </p:sldIdLst>
  <p:sldSz cx="24384000" cy="13716000"/>
  <p:notesSz cx="6858000" cy="9144000"/>
  <p:embeddedFontLst>
    <p:embeddedFont>
      <p:font typeface="Arial Black" panose="020B0604020202020204" pitchFamily="34" charset="0"/>
      <p:bold r:id="rId17"/>
      <p:italic r:id="rId18"/>
      <p:boldItalic r:id="rId19"/>
    </p:embeddedFont>
    <p:embeddedFont>
      <p:font typeface="Open Sans" panose="020F050202020403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-Slide" id="{D06B2CE0-267B-2C4F-AB82-28D9BC7DE361}">
          <p14:sldIdLst>
            <p14:sldId id="2401"/>
          </p14:sldIdLst>
        </p14:section>
        <p14:section name="Section-Break" id="{F4632870-7A09-644F-A610-583212CBBC1E}">
          <p14:sldIdLst>
            <p14:sldId id="2400"/>
          </p14:sldIdLst>
        </p14:section>
        <p14:section name="Brags" id="{38368C7F-E194-1149-BE49-AD68CA08EA24}">
          <p14:sldIdLst/>
        </p14:section>
        <p14:section name="Layout-Options" id="{C2516D69-A22C-E641-80C9-C429020AF128}">
          <p14:sldIdLst>
            <p14:sldId id="886"/>
            <p14:sldId id="836"/>
            <p14:sldId id="887"/>
            <p14:sldId id="2389"/>
            <p14:sldId id="256"/>
            <p14:sldId id="2395"/>
            <p14:sldId id="2394"/>
            <p14:sldId id="2393"/>
            <p14:sldId id="2390"/>
            <p14:sldId id="2392"/>
          </p14:sldIdLst>
        </p14:section>
        <p14:section name="Closing Slide" id="{11273E5A-08EC-7C45-BB1B-0F84771C5A8B}">
          <p14:sldIdLst>
            <p14:sldId id="2396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363"/>
    <a:srgbClr val="3D3D3D"/>
    <a:srgbClr val="8F4100"/>
    <a:srgbClr val="D2D9DF"/>
    <a:srgbClr val="005F86"/>
    <a:srgbClr val="AC4600"/>
    <a:srgbClr val="762E00"/>
    <a:srgbClr val="000000"/>
    <a:srgbClr val="868686"/>
    <a:srgbClr val="E8E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7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6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4AEE36F3-B089-8746-A9FC-0AC7E9C42EFA}" type="datetimeFigureOut">
              <a:rPr lang="en-US" smtClean="0"/>
              <a:pPr/>
              <a:t>4/7/23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22A4FA1-3BA7-AE4A-9D15-B4A5C51EA5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6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265DF-0513-614A-BADE-6DDBD71229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63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72113C65-304B-4938-9720-CF75A6A3DA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custGeom>
            <a:avLst/>
            <a:gdLst>
              <a:gd name="connsiteX0" fmla="*/ 0 w 8656549"/>
              <a:gd name="connsiteY0" fmla="*/ 0 h 11995481"/>
              <a:gd name="connsiteX1" fmla="*/ 8656549 w 8656549"/>
              <a:gd name="connsiteY1" fmla="*/ 0 h 11995481"/>
              <a:gd name="connsiteX2" fmla="*/ 8656549 w 8656549"/>
              <a:gd name="connsiteY2" fmla="*/ 11995481 h 11995481"/>
              <a:gd name="connsiteX3" fmla="*/ 0 w 8656549"/>
              <a:gd name="connsiteY3" fmla="*/ 11995481 h 1199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6549" h="11995481">
                <a:moveTo>
                  <a:pt x="0" y="0"/>
                </a:moveTo>
                <a:lnTo>
                  <a:pt x="8656549" y="0"/>
                </a:lnTo>
                <a:lnTo>
                  <a:pt x="8656549" y="11995481"/>
                </a:lnTo>
                <a:lnTo>
                  <a:pt x="0" y="119954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01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72113C65-304B-4938-9720-CF75A6A3DA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13716000"/>
          </a:xfrm>
          <a:custGeom>
            <a:avLst/>
            <a:gdLst>
              <a:gd name="connsiteX0" fmla="*/ 0 w 8656549"/>
              <a:gd name="connsiteY0" fmla="*/ 0 h 11995481"/>
              <a:gd name="connsiteX1" fmla="*/ 8656549 w 8656549"/>
              <a:gd name="connsiteY1" fmla="*/ 0 h 11995481"/>
              <a:gd name="connsiteX2" fmla="*/ 8656549 w 8656549"/>
              <a:gd name="connsiteY2" fmla="*/ 11995481 h 11995481"/>
              <a:gd name="connsiteX3" fmla="*/ 0 w 8656549"/>
              <a:gd name="connsiteY3" fmla="*/ 11995481 h 1199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6549" h="11995481">
                <a:moveTo>
                  <a:pt x="0" y="0"/>
                </a:moveTo>
                <a:lnTo>
                  <a:pt x="8656549" y="0"/>
                </a:lnTo>
                <a:lnTo>
                  <a:pt x="8656549" y="11995481"/>
                </a:lnTo>
                <a:lnTo>
                  <a:pt x="0" y="119954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03E4C-5F9C-DB44-B8CE-0F25B61E3D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0" y="0"/>
            <a:ext cx="12192000" cy="137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408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D17C7A-91AA-FF4C-A541-01EA017B2891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2C264C8-8FB4-344D-99CF-5832FA3259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09561" y="1582057"/>
            <a:ext cx="8348871" cy="10551886"/>
          </a:xfrm>
          <a:custGeom>
            <a:avLst/>
            <a:gdLst>
              <a:gd name="connsiteX0" fmla="*/ 0 w 8348871"/>
              <a:gd name="connsiteY0" fmla="*/ 0 h 10551886"/>
              <a:gd name="connsiteX1" fmla="*/ 8348871 w 8348871"/>
              <a:gd name="connsiteY1" fmla="*/ 0 h 10551886"/>
              <a:gd name="connsiteX2" fmla="*/ 8348871 w 8348871"/>
              <a:gd name="connsiteY2" fmla="*/ 10551886 h 10551886"/>
              <a:gd name="connsiteX3" fmla="*/ 0 w 8348871"/>
              <a:gd name="connsiteY3" fmla="*/ 10551886 h 105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48871" h="10551886">
                <a:moveTo>
                  <a:pt x="0" y="0"/>
                </a:moveTo>
                <a:lnTo>
                  <a:pt x="8348871" y="0"/>
                </a:lnTo>
                <a:lnTo>
                  <a:pt x="8348871" y="10551886"/>
                </a:lnTo>
                <a:lnTo>
                  <a:pt x="0" y="105518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83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8D6673C-5208-4981-AA0F-647CA79E54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76572" y="0"/>
            <a:ext cx="15602856" cy="13716000"/>
          </a:xfrm>
          <a:custGeom>
            <a:avLst/>
            <a:gdLst>
              <a:gd name="connsiteX0" fmla="*/ 0 w 15602856"/>
              <a:gd name="connsiteY0" fmla="*/ 0 h 13716000"/>
              <a:gd name="connsiteX1" fmla="*/ 15602856 w 15602856"/>
              <a:gd name="connsiteY1" fmla="*/ 0 h 13716000"/>
              <a:gd name="connsiteX2" fmla="*/ 15602856 w 15602856"/>
              <a:gd name="connsiteY2" fmla="*/ 13716000 h 13716000"/>
              <a:gd name="connsiteX3" fmla="*/ 0 w 156028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02856" h="13716000">
                <a:moveTo>
                  <a:pt x="0" y="0"/>
                </a:moveTo>
                <a:lnTo>
                  <a:pt x="15602856" y="0"/>
                </a:lnTo>
                <a:lnTo>
                  <a:pt x="1560285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86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538ECA-E0A9-4D6C-9D48-69A0C86E65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4570" y="0"/>
            <a:ext cx="22279428" cy="13716000"/>
          </a:xfrm>
          <a:custGeom>
            <a:avLst/>
            <a:gdLst>
              <a:gd name="connsiteX0" fmla="*/ 0 w 22279428"/>
              <a:gd name="connsiteY0" fmla="*/ 0 h 13716000"/>
              <a:gd name="connsiteX1" fmla="*/ 22279428 w 22279428"/>
              <a:gd name="connsiteY1" fmla="*/ 0 h 13716000"/>
              <a:gd name="connsiteX2" fmla="*/ 22279428 w 22279428"/>
              <a:gd name="connsiteY2" fmla="*/ 13716000 h 13716000"/>
              <a:gd name="connsiteX3" fmla="*/ 0 w 2227942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79428" h="13716000">
                <a:moveTo>
                  <a:pt x="0" y="0"/>
                </a:moveTo>
                <a:lnTo>
                  <a:pt x="22279428" y="0"/>
                </a:lnTo>
                <a:lnTo>
                  <a:pt x="2227942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035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0EFCCB-15F6-4FD6-AFD9-D2EEF0EE3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6744" y="2"/>
            <a:ext cx="8897256" cy="1371599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3169E-FB94-5243-B1AE-F6951BA0360E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50868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0EFCCB-15F6-4FD6-AFD9-D2EEF0EE3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6744" y="9541567"/>
            <a:ext cx="8897256" cy="4174434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4">
            <a:extLst>
              <a:ext uri="{FF2B5EF4-FFF2-40B4-BE49-F238E27FC236}">
                <a16:creationId xmlns:a16="http://schemas.microsoft.com/office/drawing/2014/main" id="{8111D5B9-F686-8B42-830F-41BE0A588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486744" y="0"/>
            <a:ext cx="4451152" cy="526773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7871AEE-7C0B-4342-BDBE-1758B9CEA1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484220" y="5426764"/>
            <a:ext cx="4451152" cy="3995531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eform: Shape 4">
            <a:extLst>
              <a:ext uri="{FF2B5EF4-FFF2-40B4-BE49-F238E27FC236}">
                <a16:creationId xmlns:a16="http://schemas.microsoft.com/office/drawing/2014/main" id="{65BFDE83-150B-F940-ADEE-5193AA5AEF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056220" y="0"/>
            <a:ext cx="4327780" cy="3995531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Freeform: Shape 4">
            <a:extLst>
              <a:ext uri="{FF2B5EF4-FFF2-40B4-BE49-F238E27FC236}">
                <a16:creationId xmlns:a16="http://schemas.microsoft.com/office/drawing/2014/main" id="{1D54248C-1DD1-FB48-B7A9-E66EC682C9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058744" y="4154556"/>
            <a:ext cx="4325256" cy="526773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F2195-CA7F-064C-A14A-A22B0B13653B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0991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DCF57B4-D83A-4C2A-A3E9-29A728B6E1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2"/>
            <a:ext cx="8897256" cy="1371599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36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96E7831-1AFC-4CA9-A7B8-9B5B38C8A8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16229" y="0"/>
            <a:ext cx="12467771" cy="13745340"/>
          </a:xfrm>
          <a:custGeom>
            <a:avLst/>
            <a:gdLst>
              <a:gd name="connsiteX0" fmla="*/ 0 w 12467771"/>
              <a:gd name="connsiteY0" fmla="*/ 0 h 13745340"/>
              <a:gd name="connsiteX1" fmla="*/ 12467771 w 12467771"/>
              <a:gd name="connsiteY1" fmla="*/ 0 h 13745340"/>
              <a:gd name="connsiteX2" fmla="*/ 12467771 w 12467771"/>
              <a:gd name="connsiteY2" fmla="*/ 13745340 h 13745340"/>
              <a:gd name="connsiteX3" fmla="*/ 0 w 12467771"/>
              <a:gd name="connsiteY3" fmla="*/ 13745340 h 13745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67771" h="13745340">
                <a:moveTo>
                  <a:pt x="0" y="0"/>
                </a:moveTo>
                <a:lnTo>
                  <a:pt x="12467771" y="0"/>
                </a:lnTo>
                <a:lnTo>
                  <a:pt x="12467771" y="13745340"/>
                </a:lnTo>
                <a:lnTo>
                  <a:pt x="0" y="137453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170120F-1682-487E-B6DA-EE4962F98F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7776080"/>
            <a:ext cx="11916229" cy="5939921"/>
          </a:xfrm>
          <a:custGeom>
            <a:avLst/>
            <a:gdLst>
              <a:gd name="connsiteX0" fmla="*/ 0 w 11916229"/>
              <a:gd name="connsiteY0" fmla="*/ 0 h 5939921"/>
              <a:gd name="connsiteX1" fmla="*/ 11916229 w 11916229"/>
              <a:gd name="connsiteY1" fmla="*/ 0 h 5939921"/>
              <a:gd name="connsiteX2" fmla="*/ 11916229 w 11916229"/>
              <a:gd name="connsiteY2" fmla="*/ 5939921 h 5939921"/>
              <a:gd name="connsiteX3" fmla="*/ 0 w 11916229"/>
              <a:gd name="connsiteY3" fmla="*/ 5939921 h 5939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16229" h="5939921">
                <a:moveTo>
                  <a:pt x="0" y="0"/>
                </a:moveTo>
                <a:lnTo>
                  <a:pt x="11916229" y="0"/>
                </a:lnTo>
                <a:lnTo>
                  <a:pt x="11916229" y="5939921"/>
                </a:lnTo>
                <a:lnTo>
                  <a:pt x="0" y="59399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9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B042981-BDBC-43CE-A47D-094C74F99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93714" y="0"/>
            <a:ext cx="12990286" cy="13716000"/>
          </a:xfrm>
          <a:custGeom>
            <a:avLst/>
            <a:gdLst>
              <a:gd name="connsiteX0" fmla="*/ 0 w 12990286"/>
              <a:gd name="connsiteY0" fmla="*/ 0 h 13716000"/>
              <a:gd name="connsiteX1" fmla="*/ 12990286 w 12990286"/>
              <a:gd name="connsiteY1" fmla="*/ 0 h 13716000"/>
              <a:gd name="connsiteX2" fmla="*/ 12990286 w 12990286"/>
              <a:gd name="connsiteY2" fmla="*/ 13716000 h 13716000"/>
              <a:gd name="connsiteX3" fmla="*/ 0 w 1299028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90286" h="13716000">
                <a:moveTo>
                  <a:pt x="0" y="0"/>
                </a:moveTo>
                <a:lnTo>
                  <a:pt x="12990286" y="0"/>
                </a:lnTo>
                <a:lnTo>
                  <a:pt x="1299028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1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630C85-1319-490C-A55A-A94E7F990D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637326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309317E-C9BC-4155-9875-263F3785A1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33440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34A975-D270-445F-978C-D727B2E79A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9555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883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B9255A1-9530-4DF1-BBD4-43FA641167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06745" y="0"/>
            <a:ext cx="5994401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6BD92C-923E-47DA-BA6A-482FBE8C75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39770" y="0"/>
            <a:ext cx="5994401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598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174B531-4361-423C-AB5D-99441DFEF7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44169" y="1582059"/>
            <a:ext cx="9736347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4A9EA16-1108-489A-BB08-9763A8513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82059"/>
            <a:ext cx="9736347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11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78A8AF-39D9-4E7F-91F3-FE22651873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071686" y="3091161"/>
            <a:ext cx="6692146" cy="7533678"/>
          </a:xfrm>
          <a:custGeom>
            <a:avLst/>
            <a:gdLst>
              <a:gd name="connsiteX0" fmla="*/ 0 w 6692146"/>
              <a:gd name="connsiteY0" fmla="*/ 0 h 7533678"/>
              <a:gd name="connsiteX1" fmla="*/ 6692146 w 6692146"/>
              <a:gd name="connsiteY1" fmla="*/ 0 h 7533678"/>
              <a:gd name="connsiteX2" fmla="*/ 6692146 w 6692146"/>
              <a:gd name="connsiteY2" fmla="*/ 7533678 h 7533678"/>
              <a:gd name="connsiteX3" fmla="*/ 0 w 6692146"/>
              <a:gd name="connsiteY3" fmla="*/ 7533678 h 753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2146" h="7533678">
                <a:moveTo>
                  <a:pt x="0" y="0"/>
                </a:moveTo>
                <a:lnTo>
                  <a:pt x="6692146" y="0"/>
                </a:lnTo>
                <a:lnTo>
                  <a:pt x="6692146" y="7533678"/>
                </a:lnTo>
                <a:lnTo>
                  <a:pt x="0" y="75336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2C87A2-1E86-486C-AA1D-EA3EEDEEA3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20168" y="3091161"/>
            <a:ext cx="6692146" cy="7533678"/>
          </a:xfrm>
          <a:custGeom>
            <a:avLst/>
            <a:gdLst>
              <a:gd name="connsiteX0" fmla="*/ 0 w 6692146"/>
              <a:gd name="connsiteY0" fmla="*/ 0 h 7533678"/>
              <a:gd name="connsiteX1" fmla="*/ 6692146 w 6692146"/>
              <a:gd name="connsiteY1" fmla="*/ 0 h 7533678"/>
              <a:gd name="connsiteX2" fmla="*/ 6692146 w 6692146"/>
              <a:gd name="connsiteY2" fmla="*/ 7533678 h 7533678"/>
              <a:gd name="connsiteX3" fmla="*/ 0 w 6692146"/>
              <a:gd name="connsiteY3" fmla="*/ 7533678 h 753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2146" h="7533678">
                <a:moveTo>
                  <a:pt x="0" y="0"/>
                </a:moveTo>
                <a:lnTo>
                  <a:pt x="6692146" y="0"/>
                </a:lnTo>
                <a:lnTo>
                  <a:pt x="6692146" y="7533678"/>
                </a:lnTo>
                <a:lnTo>
                  <a:pt x="0" y="75336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7">
            <a:extLst>
              <a:ext uri="{FF2B5EF4-FFF2-40B4-BE49-F238E27FC236}">
                <a16:creationId xmlns:a16="http://schemas.microsoft.com/office/drawing/2014/main" id="{AB0412D6-6649-CE47-B4A6-48D7B9A1AE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45927" y="3091161"/>
            <a:ext cx="6692146" cy="7533678"/>
          </a:xfrm>
          <a:custGeom>
            <a:avLst/>
            <a:gdLst>
              <a:gd name="connsiteX0" fmla="*/ 0 w 6692146"/>
              <a:gd name="connsiteY0" fmla="*/ 0 h 7533678"/>
              <a:gd name="connsiteX1" fmla="*/ 6692146 w 6692146"/>
              <a:gd name="connsiteY1" fmla="*/ 0 h 7533678"/>
              <a:gd name="connsiteX2" fmla="*/ 6692146 w 6692146"/>
              <a:gd name="connsiteY2" fmla="*/ 7533678 h 7533678"/>
              <a:gd name="connsiteX3" fmla="*/ 0 w 6692146"/>
              <a:gd name="connsiteY3" fmla="*/ 7533678 h 753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2146" h="7533678">
                <a:moveTo>
                  <a:pt x="0" y="0"/>
                </a:moveTo>
                <a:lnTo>
                  <a:pt x="6692146" y="0"/>
                </a:lnTo>
                <a:lnTo>
                  <a:pt x="6692146" y="7533678"/>
                </a:lnTo>
                <a:lnTo>
                  <a:pt x="0" y="75336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98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DA99F23-4C54-44DC-89FE-DBBEDDD641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2570" y="1973954"/>
            <a:ext cx="6792685" cy="9768093"/>
          </a:xfrm>
          <a:custGeom>
            <a:avLst/>
            <a:gdLst>
              <a:gd name="connsiteX0" fmla="*/ 0 w 6792685"/>
              <a:gd name="connsiteY0" fmla="*/ 0 h 9768093"/>
              <a:gd name="connsiteX1" fmla="*/ 6792685 w 6792685"/>
              <a:gd name="connsiteY1" fmla="*/ 0 h 9768093"/>
              <a:gd name="connsiteX2" fmla="*/ 6792685 w 6792685"/>
              <a:gd name="connsiteY2" fmla="*/ 9768093 h 9768093"/>
              <a:gd name="connsiteX3" fmla="*/ 0 w 6792685"/>
              <a:gd name="connsiteY3" fmla="*/ 9768093 h 9768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2685" h="9768093">
                <a:moveTo>
                  <a:pt x="0" y="0"/>
                </a:moveTo>
                <a:lnTo>
                  <a:pt x="6792685" y="0"/>
                </a:lnTo>
                <a:lnTo>
                  <a:pt x="6792685" y="9768093"/>
                </a:lnTo>
                <a:lnTo>
                  <a:pt x="0" y="97680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45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DEA6E15-2B55-40C2-93FA-9E8923078C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3038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518574-6818-4A43-B551-CD8D3518D3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8067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496E0FF-63F0-4636-B2AB-FFDF9B8063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748007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390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92625BA-0ADE-43E0-9BC8-6AB77B4D5A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0112" y="2256248"/>
            <a:ext cx="6883391" cy="9106519"/>
          </a:xfrm>
          <a:custGeom>
            <a:avLst/>
            <a:gdLst>
              <a:gd name="connsiteX0" fmla="*/ 0 w 6883391"/>
              <a:gd name="connsiteY0" fmla="*/ 0 h 9106519"/>
              <a:gd name="connsiteX1" fmla="*/ 6883391 w 6883391"/>
              <a:gd name="connsiteY1" fmla="*/ 0 h 9106519"/>
              <a:gd name="connsiteX2" fmla="*/ 6883391 w 6883391"/>
              <a:gd name="connsiteY2" fmla="*/ 9106519 h 9106519"/>
              <a:gd name="connsiteX3" fmla="*/ 0 w 6883391"/>
              <a:gd name="connsiteY3" fmla="*/ 9106519 h 910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3391" h="9106519">
                <a:moveTo>
                  <a:pt x="0" y="0"/>
                </a:moveTo>
                <a:lnTo>
                  <a:pt x="6883391" y="0"/>
                </a:lnTo>
                <a:lnTo>
                  <a:pt x="6883391" y="9106519"/>
                </a:lnTo>
                <a:lnTo>
                  <a:pt x="0" y="910651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84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BFEEEC-FE4B-437A-8674-DC797FD8B3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97600" y="2590115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4EC79D-8904-4EC2-9F68-809E7F964B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848115" y="2590115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71B9A5-5B84-4938-B823-A4D003227CE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798627" y="2590115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1E18C1A-2821-4FA4-99E0-9AB862EE02D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897600" y="7412041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8B68C2E-40EC-46AF-A198-B6089C78703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848115" y="7412041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275F0B-4064-4285-ADD0-8CAD59BD338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98627" y="7412041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103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7D43C14-B5DC-4D9B-A793-90DD7D5472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87042" y="4064389"/>
            <a:ext cx="8549532" cy="5372586"/>
          </a:xfrm>
          <a:custGeom>
            <a:avLst/>
            <a:gdLst>
              <a:gd name="connsiteX0" fmla="*/ 0 w 8549532"/>
              <a:gd name="connsiteY0" fmla="*/ 0 h 5372586"/>
              <a:gd name="connsiteX1" fmla="*/ 8549532 w 8549532"/>
              <a:gd name="connsiteY1" fmla="*/ 0 h 5372586"/>
              <a:gd name="connsiteX2" fmla="*/ 8549532 w 8549532"/>
              <a:gd name="connsiteY2" fmla="*/ 5372586 h 5372586"/>
              <a:gd name="connsiteX3" fmla="*/ 0 w 8549532"/>
              <a:gd name="connsiteY3" fmla="*/ 5372586 h 537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49532" h="5372586">
                <a:moveTo>
                  <a:pt x="0" y="0"/>
                </a:moveTo>
                <a:lnTo>
                  <a:pt x="8549532" y="0"/>
                </a:lnTo>
                <a:lnTo>
                  <a:pt x="8549532" y="5372586"/>
                </a:lnTo>
                <a:lnTo>
                  <a:pt x="0" y="53725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277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A93E504-F96A-45BC-B642-1C7C7F9D867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529650" y="3667738"/>
            <a:ext cx="8151470" cy="5133693"/>
          </a:xfrm>
          <a:custGeom>
            <a:avLst/>
            <a:gdLst>
              <a:gd name="connsiteX0" fmla="*/ 0 w 8151470"/>
              <a:gd name="connsiteY0" fmla="*/ 0 h 5133693"/>
              <a:gd name="connsiteX1" fmla="*/ 8151470 w 8151470"/>
              <a:gd name="connsiteY1" fmla="*/ 0 h 5133693"/>
              <a:gd name="connsiteX2" fmla="*/ 8151470 w 8151470"/>
              <a:gd name="connsiteY2" fmla="*/ 5133693 h 5133693"/>
              <a:gd name="connsiteX3" fmla="*/ 0 w 8151470"/>
              <a:gd name="connsiteY3" fmla="*/ 5133693 h 5133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1470" h="5133693">
                <a:moveTo>
                  <a:pt x="0" y="0"/>
                </a:moveTo>
                <a:lnTo>
                  <a:pt x="8151470" y="0"/>
                </a:lnTo>
                <a:lnTo>
                  <a:pt x="8151470" y="5133693"/>
                </a:lnTo>
                <a:lnTo>
                  <a:pt x="0" y="51336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0057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B1D89F5-E095-4C79-8CC1-B460BCE01B2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738902" y="2887251"/>
            <a:ext cx="5931374" cy="7914034"/>
          </a:xfrm>
          <a:custGeom>
            <a:avLst/>
            <a:gdLst>
              <a:gd name="connsiteX0" fmla="*/ 0 w 5931374"/>
              <a:gd name="connsiteY0" fmla="*/ 0 h 7914034"/>
              <a:gd name="connsiteX1" fmla="*/ 5931374 w 5931374"/>
              <a:gd name="connsiteY1" fmla="*/ 0 h 7914034"/>
              <a:gd name="connsiteX2" fmla="*/ 5931374 w 5931374"/>
              <a:gd name="connsiteY2" fmla="*/ 7914034 h 7914034"/>
              <a:gd name="connsiteX3" fmla="*/ 0 w 5931374"/>
              <a:gd name="connsiteY3" fmla="*/ 7914034 h 791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374" h="7914034">
                <a:moveTo>
                  <a:pt x="0" y="0"/>
                </a:moveTo>
                <a:lnTo>
                  <a:pt x="5931374" y="0"/>
                </a:lnTo>
                <a:lnTo>
                  <a:pt x="5931374" y="7914034"/>
                </a:lnTo>
                <a:lnTo>
                  <a:pt x="0" y="791403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86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0AE6BC-E02E-4D3F-ABC9-ED1E96A50A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10954" y="3503687"/>
            <a:ext cx="3866819" cy="6837732"/>
          </a:xfrm>
          <a:custGeom>
            <a:avLst/>
            <a:gdLst>
              <a:gd name="connsiteX0" fmla="*/ 0 w 3866819"/>
              <a:gd name="connsiteY0" fmla="*/ 0 h 6837732"/>
              <a:gd name="connsiteX1" fmla="*/ 3866819 w 3866819"/>
              <a:gd name="connsiteY1" fmla="*/ 0 h 6837732"/>
              <a:gd name="connsiteX2" fmla="*/ 3866819 w 3866819"/>
              <a:gd name="connsiteY2" fmla="*/ 6837732 h 6837732"/>
              <a:gd name="connsiteX3" fmla="*/ 0 w 3866819"/>
              <a:gd name="connsiteY3" fmla="*/ 6837732 h 68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6819" h="6837732">
                <a:moveTo>
                  <a:pt x="0" y="0"/>
                </a:moveTo>
                <a:lnTo>
                  <a:pt x="3866819" y="0"/>
                </a:lnTo>
                <a:lnTo>
                  <a:pt x="3866819" y="6837732"/>
                </a:lnTo>
                <a:lnTo>
                  <a:pt x="0" y="683773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8395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C3BE8C7-EE0E-8D43-B594-81C45A2155A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792579" y="7667626"/>
            <a:ext cx="4359274" cy="44672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78BD3-BB9C-604D-9C6A-14C96D9EB3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2363" y="1962151"/>
            <a:ext cx="4359274" cy="44310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64BAF14-D82E-444B-94F7-12242AAFD4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32149" y="7667626"/>
            <a:ext cx="4359274" cy="44672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82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0"/>
          <p:cNvSpPr>
            <a:spLocks noGrp="1"/>
          </p:cNvSpPr>
          <p:nvPr>
            <p:ph type="pic" sz="quarter" idx="11"/>
          </p:nvPr>
        </p:nvSpPr>
        <p:spPr>
          <a:xfrm>
            <a:off x="11230023" y="8936016"/>
            <a:ext cx="1923954" cy="1892196"/>
          </a:xfrm>
          <a:prstGeom prst="ellipse">
            <a:avLst/>
          </a:prstGeom>
          <a:solidFill>
            <a:schemeClr val="bg1">
              <a:lumMod val="75000"/>
            </a:schemeClr>
          </a:solidFill>
          <a:effectLst>
            <a:softEdge rad="0"/>
          </a:effectLst>
        </p:spPr>
        <p:txBody>
          <a:bodyPr/>
          <a:lstStyle>
            <a:lvl1pPr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94308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F5EEF-2D5B-4244-B19B-BA12A08E45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59731" y="3162301"/>
            <a:ext cx="4338493" cy="4338494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02050CF-AC49-4148-BEEB-E69E39F3D1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72043" y="3162301"/>
            <a:ext cx="4338493" cy="4338494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3496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EC5F0C-E504-344E-8045-4ACBF4304F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25273" y="3111500"/>
            <a:ext cx="3931920" cy="8058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D9A5565-39C7-7B43-BE3A-2071F0A58C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967542" y="3111500"/>
            <a:ext cx="3931920" cy="8058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2082A6F-0835-BF43-B10E-896CACA9B73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209811" y="3111500"/>
            <a:ext cx="3931920" cy="8058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4757F92-9650-DC4E-860F-9D64EC3D8F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452080" y="3111500"/>
            <a:ext cx="3931920" cy="8058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41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5CD80713-3460-6C4D-98D3-7FCCBBC24F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736347" cy="13715999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9AA4A9DC-0123-D64E-A0F8-15D3CF3D50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47652" y="0"/>
            <a:ext cx="9736347" cy="6858000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552E2F90-47E9-FC42-8E69-E94310D5A5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647653" y="7161223"/>
            <a:ext cx="9736347" cy="6554775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EDFD4300-02D7-E645-B586-E9467DDAC9F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12017" y="0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E8C8C8-E625-FD4C-A950-F956AA3723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12017" y="4680542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733BFD54-8682-5D48-9508-77E5F49390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12017" y="9361084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1840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97D7ACE9-7C11-B849-9D74-23E66819B3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82059"/>
            <a:ext cx="24384000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3090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52B82C27-3D44-3B49-9B36-BCBF9A6D0D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5548" y="1582059"/>
            <a:ext cx="20752904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618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E99733F0-CF9F-BB49-8C75-B21C883FC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5549" y="1582059"/>
            <a:ext cx="12476922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9F8FC8B8-1631-034B-88B7-D211670F13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47652" y="1582058"/>
            <a:ext cx="7918704" cy="5029200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729C53F6-628E-4845-B335-A6965D9185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647652" y="7104742"/>
            <a:ext cx="7920800" cy="5029200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84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E99733F0-CF9F-BB49-8C75-B21C883FC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2192000" cy="71047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9F8FC8B8-1631-034B-88B7-D211670F13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12782" y="0"/>
            <a:ext cx="12171219" cy="71047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D7230C67-AFF1-6E47-A30F-12A786FB46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104742"/>
            <a:ext cx="12192000" cy="71047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8079A9D-A4E3-3948-A92F-AD5FEFD3181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12782" y="7104742"/>
            <a:ext cx="12192000" cy="71047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847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9">
            <a:extLst>
              <a:ext uri="{FF2B5EF4-FFF2-40B4-BE49-F238E27FC236}">
                <a16:creationId xmlns:a16="http://schemas.microsoft.com/office/drawing/2014/main" id="{DBE98E20-0F04-B845-A41C-4362BD583C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32640" y="0"/>
            <a:ext cx="6035040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10">
            <a:extLst>
              <a:ext uri="{FF2B5EF4-FFF2-40B4-BE49-F238E27FC236}">
                <a16:creationId xmlns:a16="http://schemas.microsoft.com/office/drawing/2014/main" id="{A341B26E-1F15-5544-B304-55A66A1C82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48960" y="0"/>
            <a:ext cx="6035040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9">
            <a:extLst>
              <a:ext uri="{FF2B5EF4-FFF2-40B4-BE49-F238E27FC236}">
                <a16:creationId xmlns:a16="http://schemas.microsoft.com/office/drawing/2014/main" id="{550D4E5E-27B3-4E4E-8F57-4E93E5F731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6320" y="0"/>
            <a:ext cx="6035040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E2DD7A6D-7256-834D-BC45-DCC82265804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35040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932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9">
            <a:extLst>
              <a:ext uri="{FF2B5EF4-FFF2-40B4-BE49-F238E27FC236}">
                <a16:creationId xmlns:a16="http://schemas.microsoft.com/office/drawing/2014/main" id="{A7CC03C0-2601-CC4B-AA03-F6323D0101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32640" y="0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10">
            <a:extLst>
              <a:ext uri="{FF2B5EF4-FFF2-40B4-BE49-F238E27FC236}">
                <a16:creationId xmlns:a16="http://schemas.microsoft.com/office/drawing/2014/main" id="{2792A1FC-53AF-DF4D-8285-C38AAF68EF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48960" y="0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9">
            <a:extLst>
              <a:ext uri="{FF2B5EF4-FFF2-40B4-BE49-F238E27FC236}">
                <a16:creationId xmlns:a16="http://schemas.microsoft.com/office/drawing/2014/main" id="{7F4F7AD2-E92E-1C48-8999-317C134AD6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6320" y="0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EEB45581-D52A-8F4E-8591-FCBE3BE75F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854F882D-930B-8248-B12D-AD96C39ED8B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32640" y="6937513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Freeform: Shape 10">
            <a:extLst>
              <a:ext uri="{FF2B5EF4-FFF2-40B4-BE49-F238E27FC236}">
                <a16:creationId xmlns:a16="http://schemas.microsoft.com/office/drawing/2014/main" id="{ADA1B1D2-7EDD-0F43-9E15-D7A5EDEC5D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348960" y="6937513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E130D6E8-46BA-2141-940F-9D5A8EB30B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16320" y="6937513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8B1DE6DE-2B07-A549-B080-1CEEF212B3E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6937513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5724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8739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A2C9D21-5CD4-A94E-9E7C-5C75A05C97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846" y="298174"/>
            <a:ext cx="8691771" cy="316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5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1B54AA-0824-2C4D-AE2C-E4CC6DBF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3" y="911036"/>
            <a:ext cx="5046662" cy="6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35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/>
        </p:nvSpPr>
        <p:spPr>
          <a:xfrm>
            <a:off x="22772539" y="471223"/>
            <a:ext cx="1295506" cy="656590"/>
          </a:xfrm>
          <a:prstGeom prst="rect">
            <a:avLst/>
          </a:prstGeom>
        </p:spPr>
        <p:txBody>
          <a:bodyPr vert="horz" wrap="none" lIns="243840" tIns="121920" rIns="243840" bIns="1219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400" b="0" i="0" smtClean="0">
                <a:solidFill>
                  <a:schemeClr val="tx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2400" b="0" i="0" dirty="0">
              <a:solidFill>
                <a:schemeClr val="tx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7174817" y="4"/>
            <a:ext cx="7209182" cy="6857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965633" y="4"/>
            <a:ext cx="7209182" cy="6857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17174817" y="6858000"/>
            <a:ext cx="7209182" cy="6857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9965633" y="6858000"/>
            <a:ext cx="7209182" cy="6857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0866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/>
        </p:nvSpPr>
        <p:spPr>
          <a:xfrm>
            <a:off x="22772539" y="471223"/>
            <a:ext cx="1295506" cy="656590"/>
          </a:xfrm>
          <a:prstGeom prst="rect">
            <a:avLst/>
          </a:prstGeom>
        </p:spPr>
        <p:txBody>
          <a:bodyPr vert="horz" wrap="none" lIns="243840" tIns="121920" rIns="243840" bIns="1219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400" b="0" i="0" smtClean="0">
                <a:solidFill>
                  <a:schemeClr val="tx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2400" b="0" i="0" dirty="0">
              <a:solidFill>
                <a:schemeClr val="tx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7174817" y="3"/>
            <a:ext cx="7209182" cy="137159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965633" y="3"/>
            <a:ext cx="7209182" cy="137159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6310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/>
        </p:nvSpPr>
        <p:spPr>
          <a:xfrm>
            <a:off x="22772539" y="471223"/>
            <a:ext cx="1295506" cy="656590"/>
          </a:xfrm>
          <a:prstGeom prst="rect">
            <a:avLst/>
          </a:prstGeom>
        </p:spPr>
        <p:txBody>
          <a:bodyPr vert="horz" wrap="none" lIns="243840" tIns="121920" rIns="243840" bIns="1219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400" b="0" i="0" smtClean="0">
                <a:solidFill>
                  <a:schemeClr val="tx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2400" b="0" i="0" dirty="0">
              <a:solidFill>
                <a:schemeClr val="tx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7174817" y="4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965633" y="4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17174817" y="4572002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9965633" y="4572002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17174817" y="9144004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2"/>
          <p:cNvSpPr>
            <a:spLocks noGrp="1"/>
          </p:cNvSpPr>
          <p:nvPr>
            <p:ph type="pic" sz="quarter" idx="18"/>
          </p:nvPr>
        </p:nvSpPr>
        <p:spPr>
          <a:xfrm>
            <a:off x="9965633" y="9144004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5037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/>
        </p:nvSpPr>
        <p:spPr>
          <a:xfrm>
            <a:off x="22772539" y="471223"/>
            <a:ext cx="1295506" cy="656590"/>
          </a:xfrm>
          <a:prstGeom prst="rect">
            <a:avLst/>
          </a:prstGeom>
        </p:spPr>
        <p:txBody>
          <a:bodyPr vert="horz" wrap="none" lIns="243840" tIns="121920" rIns="243840" bIns="1219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400" b="0" i="0" smtClean="0">
                <a:solidFill>
                  <a:schemeClr val="tx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2400" b="0" i="0" dirty="0">
              <a:solidFill>
                <a:schemeClr val="tx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7174817" y="3"/>
            <a:ext cx="7209182" cy="137159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1" y="3"/>
            <a:ext cx="7209182" cy="137159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1804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439475" y="1371602"/>
            <a:ext cx="16035134" cy="856752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5381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030248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8642004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13253760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17865516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4030248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642004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22"/>
          </p:nvPr>
        </p:nvSpPr>
        <p:spPr>
          <a:xfrm>
            <a:off x="13253760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17865516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81CBE0-BED4-6446-856E-2A9117AB2ABB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2014912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984626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265342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6546056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ACCCAA-46EF-304D-A7F3-FDF985B6CD17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709127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24383999" cy="68580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965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1089238" y="6633394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14391238" y="4626422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17667838" y="2721050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20947680" y="810230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19919890" y="7820630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12113786" y="-486044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802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160387" y="415616"/>
            <a:ext cx="5833192" cy="583319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6016980" y="8173482"/>
            <a:ext cx="4976599" cy="497659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8354978" y="3054218"/>
            <a:ext cx="7580652" cy="758065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6040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1476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50A66CA4-77F4-DE46-BCE1-8B609D242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1294" y="3876261"/>
            <a:ext cx="20196077" cy="73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03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B042981-BDBC-43CE-A47D-094C74F99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60968" y="1951390"/>
            <a:ext cx="9782777" cy="10205413"/>
          </a:xfrm>
          <a:custGeom>
            <a:avLst/>
            <a:gdLst>
              <a:gd name="connsiteX0" fmla="*/ 0 w 12990286"/>
              <a:gd name="connsiteY0" fmla="*/ 0 h 13716000"/>
              <a:gd name="connsiteX1" fmla="*/ 12990286 w 12990286"/>
              <a:gd name="connsiteY1" fmla="*/ 0 h 13716000"/>
              <a:gd name="connsiteX2" fmla="*/ 12990286 w 12990286"/>
              <a:gd name="connsiteY2" fmla="*/ 13716000 h 13716000"/>
              <a:gd name="connsiteX3" fmla="*/ 0 w 1299028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90286" h="13716000">
                <a:moveTo>
                  <a:pt x="0" y="0"/>
                </a:moveTo>
                <a:lnTo>
                  <a:pt x="12990286" y="0"/>
                </a:lnTo>
                <a:lnTo>
                  <a:pt x="1299028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1752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B042981-BDBC-43CE-A47D-094C74F99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60968" y="6400800"/>
            <a:ext cx="9782777" cy="5756003"/>
          </a:xfrm>
          <a:custGeom>
            <a:avLst/>
            <a:gdLst>
              <a:gd name="connsiteX0" fmla="*/ 0 w 12990286"/>
              <a:gd name="connsiteY0" fmla="*/ 0 h 13716000"/>
              <a:gd name="connsiteX1" fmla="*/ 12990286 w 12990286"/>
              <a:gd name="connsiteY1" fmla="*/ 0 h 13716000"/>
              <a:gd name="connsiteX2" fmla="*/ 12990286 w 12990286"/>
              <a:gd name="connsiteY2" fmla="*/ 13716000 h 13716000"/>
              <a:gd name="connsiteX3" fmla="*/ 0 w 1299028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90286" h="13716000">
                <a:moveTo>
                  <a:pt x="0" y="0"/>
                </a:moveTo>
                <a:lnTo>
                  <a:pt x="12990286" y="0"/>
                </a:lnTo>
                <a:lnTo>
                  <a:pt x="1299028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3428B-BAAF-D24A-813C-EFE1B7B049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2888" y="6405189"/>
            <a:ext cx="9782777" cy="57518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901773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70D143-7B80-C34A-B2D1-C71DA302D67F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0765628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1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72113C65-304B-4938-9720-CF75A6A3DA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custGeom>
            <a:avLst/>
            <a:gdLst>
              <a:gd name="connsiteX0" fmla="*/ 0 w 8656549"/>
              <a:gd name="connsiteY0" fmla="*/ 0 h 11995481"/>
              <a:gd name="connsiteX1" fmla="*/ 8656549 w 8656549"/>
              <a:gd name="connsiteY1" fmla="*/ 0 h 11995481"/>
              <a:gd name="connsiteX2" fmla="*/ 8656549 w 8656549"/>
              <a:gd name="connsiteY2" fmla="*/ 11995481 h 11995481"/>
              <a:gd name="connsiteX3" fmla="*/ 0 w 8656549"/>
              <a:gd name="connsiteY3" fmla="*/ 11995481 h 1199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6549" h="11995481">
                <a:moveTo>
                  <a:pt x="0" y="0"/>
                </a:moveTo>
                <a:lnTo>
                  <a:pt x="8656549" y="0"/>
                </a:lnTo>
                <a:lnTo>
                  <a:pt x="8656549" y="11995481"/>
                </a:lnTo>
                <a:lnTo>
                  <a:pt x="0" y="119954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2877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C458EC-46C9-44B1-A20D-600B32CDE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09561" y="1582057"/>
            <a:ext cx="8348871" cy="10551886"/>
          </a:xfrm>
          <a:custGeom>
            <a:avLst/>
            <a:gdLst>
              <a:gd name="connsiteX0" fmla="*/ 0 w 8348871"/>
              <a:gd name="connsiteY0" fmla="*/ 0 h 10551886"/>
              <a:gd name="connsiteX1" fmla="*/ 8348871 w 8348871"/>
              <a:gd name="connsiteY1" fmla="*/ 0 h 10551886"/>
              <a:gd name="connsiteX2" fmla="*/ 8348871 w 8348871"/>
              <a:gd name="connsiteY2" fmla="*/ 10551886 h 10551886"/>
              <a:gd name="connsiteX3" fmla="*/ 0 w 8348871"/>
              <a:gd name="connsiteY3" fmla="*/ 10551886 h 105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48871" h="10551886">
                <a:moveTo>
                  <a:pt x="0" y="0"/>
                </a:moveTo>
                <a:lnTo>
                  <a:pt x="8348871" y="0"/>
                </a:lnTo>
                <a:lnTo>
                  <a:pt x="8348871" y="10551886"/>
                </a:lnTo>
                <a:lnTo>
                  <a:pt x="0" y="105518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11BF0-FB24-5F40-A2A1-267413685719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768011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0EFCCB-15F6-4FD6-AFD9-D2EEF0EE3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6744" y="2"/>
            <a:ext cx="8897256" cy="1371599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8B2C8-1045-634B-AD89-60BCABADEF0D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277502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5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0EFCCB-15F6-4FD6-AFD9-D2EEF0EE3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6744" y="9541567"/>
            <a:ext cx="8897256" cy="4174434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6" name="Freeform: Shape 4">
            <a:extLst>
              <a:ext uri="{FF2B5EF4-FFF2-40B4-BE49-F238E27FC236}">
                <a16:creationId xmlns:a16="http://schemas.microsoft.com/office/drawing/2014/main" id="{8111D5B9-F686-8B42-830F-41BE0A588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486744" y="0"/>
            <a:ext cx="4451152" cy="526773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7871AEE-7C0B-4342-BDBE-1758B9CEA1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484220" y="5426764"/>
            <a:ext cx="4451152" cy="3995531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9" name="Freeform: Shape 4">
            <a:extLst>
              <a:ext uri="{FF2B5EF4-FFF2-40B4-BE49-F238E27FC236}">
                <a16:creationId xmlns:a16="http://schemas.microsoft.com/office/drawing/2014/main" id="{65BFDE83-150B-F940-ADEE-5193AA5AEF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056220" y="0"/>
            <a:ext cx="4327780" cy="3995531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0" name="Freeform: Shape 4">
            <a:extLst>
              <a:ext uri="{FF2B5EF4-FFF2-40B4-BE49-F238E27FC236}">
                <a16:creationId xmlns:a16="http://schemas.microsoft.com/office/drawing/2014/main" id="{1D54248C-1DD1-FB48-B7A9-E66EC682C9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058744" y="4154556"/>
            <a:ext cx="4325256" cy="526773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1675C5-0D69-7D4A-ADE8-4B85B99E1638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508158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5CD80713-3460-6C4D-98D3-7FCCBBC24F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736347" cy="13715999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9AA4A9DC-0123-D64E-A0F8-15D3CF3D50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47652" y="0"/>
            <a:ext cx="9736347" cy="6858000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552E2F90-47E9-FC42-8E69-E94310D5A5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647653" y="7161223"/>
            <a:ext cx="9736347" cy="6554775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EDFD4300-02D7-E645-B586-E9467DDAC9F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12017" y="0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E8C8C8-E625-FD4C-A950-F956AA3723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12017" y="4680542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733BFD54-8682-5D48-9508-77E5F49390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12017" y="9361084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470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97D7ACE9-7C11-B849-9D74-23E66819B3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82059"/>
            <a:ext cx="24384000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4348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52B82C27-3D44-3B49-9B36-BCBF9A6D0D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5548" y="1582059"/>
            <a:ext cx="20752904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16180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1227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F1D6366-BA50-CD4C-B447-2D76A7DE4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846" y="298174"/>
            <a:ext cx="8691771" cy="316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25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030248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8642004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13253760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17865516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4030248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642004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22"/>
          </p:nvPr>
        </p:nvSpPr>
        <p:spPr>
          <a:xfrm>
            <a:off x="13253760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17865516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40CB90-9010-D54E-84C0-439D7E61BDE4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4811784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984626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265342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6546056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0EEE2-0C02-2148-AAC7-BD034DA08AF2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MCKETTA DEPARTMENT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60186571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72264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3442192-70AA-F04A-8905-B7694A590E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1294" y="3876261"/>
            <a:ext cx="20196077" cy="73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98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0"/>
          <p:cNvSpPr>
            <a:spLocks noGrp="1"/>
          </p:cNvSpPr>
          <p:nvPr>
            <p:ph type="pic" sz="quarter" idx="11"/>
          </p:nvPr>
        </p:nvSpPr>
        <p:spPr>
          <a:xfrm>
            <a:off x="11230023" y="8936016"/>
            <a:ext cx="1923954" cy="1892196"/>
          </a:xfrm>
          <a:prstGeom prst="ellipse">
            <a:avLst/>
          </a:prstGeom>
          <a:solidFill>
            <a:schemeClr val="bg1">
              <a:lumMod val="75000"/>
            </a:schemeClr>
          </a:solidFill>
          <a:effectLst>
            <a:softEdge rad="0"/>
          </a:effectLst>
        </p:spPr>
        <p:txBody>
          <a:bodyPr/>
          <a:lstStyle>
            <a:lvl1pPr>
              <a:defRPr sz="1000"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638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15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661" r:id="rId52"/>
    <p:sldLayoutId id="2147483662" r:id="rId53"/>
    <p:sldLayoutId id="2147483665" r:id="rId54"/>
    <p:sldLayoutId id="2147483708" r:id="rId55"/>
    <p:sldLayoutId id="2147483692" r:id="rId56"/>
    <p:sldLayoutId id="2147483693" r:id="rId57"/>
    <p:sldLayoutId id="2147483694" r:id="rId58"/>
    <p:sldLayoutId id="2147483709" r:id="rId59"/>
    <p:sldLayoutId id="2147483684" r:id="rId60"/>
    <p:sldLayoutId id="2147483704" r:id="rId61"/>
    <p:sldLayoutId id="2147483705" r:id="rId62"/>
    <p:sldLayoutId id="2147483710" r:id="rId63"/>
    <p:sldLayoutId id="2147483711" r:id="rId64"/>
    <p:sldLayoutId id="2147483712" r:id="rId65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Open Sans" panose="020B0606030504020204" pitchFamily="34" charset="0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ADEAA7FA-1330-5142-BD3F-58817D796B04}"/>
              </a:ext>
            </a:extLst>
          </p:cNvPr>
          <p:cNvSpPr txBox="1">
            <a:spLocks/>
          </p:cNvSpPr>
          <p:nvPr/>
        </p:nvSpPr>
        <p:spPr>
          <a:xfrm>
            <a:off x="1237586" y="3990704"/>
            <a:ext cx="15773400" cy="3505200"/>
          </a:xfrm>
          <a:prstGeom prst="rect">
            <a:avLst/>
          </a:prstGeom>
        </p:spPr>
        <p:txBody>
          <a:bodyPr vert="horz" wrap="square" lIns="182880" tIns="91440" rIns="182880" bIns="9144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9600" dirty="0">
                <a:solidFill>
                  <a:schemeClr val="tx1"/>
                </a:solidFill>
              </a:rPr>
              <a:t>Insert your</a:t>
            </a:r>
            <a:br>
              <a:rPr lang="en-US" sz="9600" dirty="0">
                <a:solidFill>
                  <a:schemeClr val="tx1"/>
                </a:solidFill>
              </a:rPr>
            </a:br>
            <a:r>
              <a:rPr lang="en-US" sz="9600" dirty="0">
                <a:solidFill>
                  <a:schemeClr val="tx1"/>
                </a:solidFill>
              </a:rPr>
              <a:t>TITLE here</a:t>
            </a:r>
            <a:br>
              <a:rPr lang="en-US" sz="9600" dirty="0">
                <a:solidFill>
                  <a:schemeClr val="tx1"/>
                </a:solidFill>
              </a:rPr>
            </a:br>
            <a:r>
              <a:rPr lang="en-US" sz="9600" dirty="0">
                <a:solidFill>
                  <a:schemeClr val="tx1"/>
                </a:solidFill>
              </a:rPr>
              <a:t>up to 3 lines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B7E6B6-C372-3A40-9CFF-634200BCA241}"/>
              </a:ext>
            </a:extLst>
          </p:cNvPr>
          <p:cNvCxnSpPr>
            <a:cxnSpLocks/>
          </p:cNvCxnSpPr>
          <p:nvPr/>
        </p:nvCxnSpPr>
        <p:spPr>
          <a:xfrm>
            <a:off x="1423852" y="7696986"/>
            <a:ext cx="125969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0BB14C8-DF8D-064B-BF13-409B637089E4}"/>
              </a:ext>
            </a:extLst>
          </p:cNvPr>
          <p:cNvSpPr txBox="1"/>
          <p:nvPr/>
        </p:nvSpPr>
        <p:spPr>
          <a:xfrm>
            <a:off x="1237587" y="8116084"/>
            <a:ext cx="13401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</a:rPr>
              <a:t>Insert your subtitle or any additional description text here up to two lines of text of you can delete this text box.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58D4F9-7DF6-964D-B0CC-49479A89955E}"/>
              </a:ext>
            </a:extLst>
          </p:cNvPr>
          <p:cNvSpPr txBox="1"/>
          <p:nvPr/>
        </p:nvSpPr>
        <p:spPr>
          <a:xfrm>
            <a:off x="1542381" y="3309997"/>
            <a:ext cx="4384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MONTH 20XX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5F89FD-B309-4543-B794-D606B41D6AF3}"/>
              </a:ext>
            </a:extLst>
          </p:cNvPr>
          <p:cNvGrpSpPr/>
          <p:nvPr/>
        </p:nvGrpSpPr>
        <p:grpSpPr>
          <a:xfrm>
            <a:off x="23774400" y="0"/>
            <a:ext cx="609600" cy="13716000"/>
            <a:chOff x="23774400" y="0"/>
            <a:chExt cx="609600" cy="13716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3FDBAD-4457-FA42-8FFA-C5DB840E97BC}"/>
                </a:ext>
              </a:extLst>
            </p:cNvPr>
            <p:cNvSpPr/>
            <p:nvPr/>
          </p:nvSpPr>
          <p:spPr>
            <a:xfrm>
              <a:off x="23774400" y="0"/>
              <a:ext cx="609600" cy="1117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latin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094760-47C4-194A-91FA-2042C4F50832}"/>
                </a:ext>
              </a:extLst>
            </p:cNvPr>
            <p:cNvSpPr/>
            <p:nvPr/>
          </p:nvSpPr>
          <p:spPr>
            <a:xfrm>
              <a:off x="23774400" y="11176000"/>
              <a:ext cx="609600" cy="254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latin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A5F3287-689D-D046-9A1E-5DF70D5A7DB2}"/>
              </a:ext>
            </a:extLst>
          </p:cNvPr>
          <p:cNvSpPr txBox="1"/>
          <p:nvPr/>
        </p:nvSpPr>
        <p:spPr>
          <a:xfrm>
            <a:off x="1237587" y="12015112"/>
            <a:ext cx="108358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 Black" panose="020B0604020202020204" pitchFamily="34" charset="0"/>
                <a:cs typeface="Arial Black" panose="020B0604020202020204" pitchFamily="34" charset="0"/>
              </a:rPr>
              <a:t>PRESENTER OR SPEAKER NAME</a:t>
            </a:r>
          </a:p>
          <a:p>
            <a:r>
              <a:rPr lang="en-US" sz="2200" dirty="0">
                <a:latin typeface="Arial" panose="020B0604020202020204" pitchFamily="34" charset="0"/>
              </a:rPr>
              <a:t>Position/Role, The University of Texas at Austin</a:t>
            </a:r>
          </a:p>
        </p:txBody>
      </p:sp>
    </p:spTree>
    <p:extLst>
      <p:ext uri="{BB962C8B-B14F-4D97-AF65-F5344CB8AC3E}">
        <p14:creationId xmlns:p14="http://schemas.microsoft.com/office/powerpoint/2010/main" val="245545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58C3BA2-F6E2-E942-999B-FFF21C8EE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38100"/>
            <a:ext cx="24384000" cy="1371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B9FDAA-EBBA-2748-A5C1-71B94E61952A}"/>
              </a:ext>
            </a:extLst>
          </p:cNvPr>
          <p:cNvSpPr/>
          <p:nvPr/>
        </p:nvSpPr>
        <p:spPr>
          <a:xfrm>
            <a:off x="0" y="1"/>
            <a:ext cx="24384000" cy="13716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1">
                  <a:alpha val="51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ABAFD4-8392-4948-BF96-DE8E65EEB247}"/>
              </a:ext>
            </a:extLst>
          </p:cNvPr>
          <p:cNvSpPr/>
          <p:nvPr/>
        </p:nvSpPr>
        <p:spPr>
          <a:xfrm rot="5400000">
            <a:off x="24079200" y="1582058"/>
            <a:ext cx="609599" cy="10551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Title Placeholder 7">
            <a:extLst>
              <a:ext uri="{FF2B5EF4-FFF2-40B4-BE49-F238E27FC236}">
                <a16:creationId xmlns:a16="http://schemas.microsoft.com/office/drawing/2014/main" id="{7481F456-53EA-0743-B0BE-892F61F2FC1F}"/>
              </a:ext>
            </a:extLst>
          </p:cNvPr>
          <p:cNvSpPr txBox="1">
            <a:spLocks/>
          </p:cNvSpPr>
          <p:nvPr/>
        </p:nvSpPr>
        <p:spPr>
          <a:xfrm>
            <a:off x="1237586" y="5105400"/>
            <a:ext cx="15773400" cy="3505200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9600" dirty="0"/>
              <a:t>Section break goes here</a:t>
            </a:r>
          </a:p>
        </p:txBody>
      </p:sp>
    </p:spTree>
    <p:extLst>
      <p:ext uri="{BB962C8B-B14F-4D97-AF65-F5344CB8AC3E}">
        <p14:creationId xmlns:p14="http://schemas.microsoft.com/office/powerpoint/2010/main" val="2964484164"/>
      </p:ext>
    </p:extLst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77EFDC-0E1C-C147-8832-A93008F4E010}"/>
              </a:ext>
            </a:extLst>
          </p:cNvPr>
          <p:cNvSpPr txBox="1"/>
          <p:nvPr/>
        </p:nvSpPr>
        <p:spPr>
          <a:xfrm>
            <a:off x="2466472" y="4870174"/>
            <a:ext cx="14092119" cy="52025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Emphasis of the bullet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dolor sit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Integer ac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placerat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Fusce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lectus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interdum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nec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dapibus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eros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Nullam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Curabitur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ultrices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ipsum sed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Sed et nisi sed ligula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vehicula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semper in at ante.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10090-828C-CE4B-9EEC-6DD9B5086F8B}"/>
              </a:ext>
            </a:extLst>
          </p:cNvPr>
          <p:cNvSpPr txBox="1"/>
          <p:nvPr/>
        </p:nvSpPr>
        <p:spPr>
          <a:xfrm>
            <a:off x="2466473" y="3495559"/>
            <a:ext cx="197176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Black" panose="020B0604020202020204" pitchFamily="34" charset="0"/>
                <a:ea typeface="Roboto Slab" pitchFamily="2" charset="0"/>
              </a:rPr>
              <a:t>TITLE GOES HERE – 3 LINES MAX</a:t>
            </a:r>
          </a:p>
        </p:txBody>
      </p:sp>
    </p:spTree>
    <p:extLst>
      <p:ext uri="{BB962C8B-B14F-4D97-AF65-F5344CB8AC3E}">
        <p14:creationId xmlns:p14="http://schemas.microsoft.com/office/powerpoint/2010/main" val="309045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7635FD2-1DF2-4D33-9E20-ECC010ACE1F0}"/>
              </a:ext>
            </a:extLst>
          </p:cNvPr>
          <p:cNvSpPr txBox="1"/>
          <p:nvPr/>
        </p:nvSpPr>
        <p:spPr>
          <a:xfrm>
            <a:off x="2466473" y="3495559"/>
            <a:ext cx="6009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Black" panose="020B0604020202020204" pitchFamily="34" charset="0"/>
                <a:ea typeface="Roboto Slab" pitchFamily="2" charset="0"/>
              </a:rPr>
              <a:t>FULL TEXT SLIDE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425003-2C19-46AB-B8D9-A3017D1F4330}"/>
              </a:ext>
            </a:extLst>
          </p:cNvPr>
          <p:cNvSpPr txBox="1"/>
          <p:nvPr/>
        </p:nvSpPr>
        <p:spPr>
          <a:xfrm>
            <a:off x="2466473" y="5831962"/>
            <a:ext cx="14976443" cy="5171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Integer ac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placerat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Fusce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lectus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interdum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nec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dapibus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eros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Nullam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Curabitur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ultrices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ipsum sed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Sed et nisi sed ligula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vehicula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semper in at ante. Lorem ipsum dolor sit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Integer ac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placerat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Fusce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lectus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interdum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nec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dapibus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eros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Nullam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00EA90-E933-40DF-A65F-322200C13812}"/>
              </a:ext>
            </a:extLst>
          </p:cNvPr>
          <p:cNvSpPr/>
          <p:nvPr/>
        </p:nvSpPr>
        <p:spPr>
          <a:xfrm>
            <a:off x="1" y="0"/>
            <a:ext cx="609600" cy="137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3D3D3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45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77EFDC-0E1C-C147-8832-A93008F4E010}"/>
              </a:ext>
            </a:extLst>
          </p:cNvPr>
          <p:cNvSpPr txBox="1"/>
          <p:nvPr/>
        </p:nvSpPr>
        <p:spPr>
          <a:xfrm>
            <a:off x="2466473" y="6162261"/>
            <a:ext cx="11547702" cy="52025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Emphasis of the bullet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dolor sit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Integer ac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placerat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Fusce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lectus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interdum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nec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dapibus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eros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Nullam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Curabitur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ultrices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ipsum sed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Sed et nisi sed ligula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vehicula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semper in at ante.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D9A420A-113D-224F-A10D-B26C8E6F5B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79556C-1465-F045-92A4-A29204C8A5C9}"/>
              </a:ext>
            </a:extLst>
          </p:cNvPr>
          <p:cNvSpPr txBox="1"/>
          <p:nvPr/>
        </p:nvSpPr>
        <p:spPr>
          <a:xfrm>
            <a:off x="2466473" y="3495559"/>
            <a:ext cx="119651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Black" panose="020B0604020202020204" pitchFamily="34" charset="0"/>
                <a:ea typeface="Roboto Slab" pitchFamily="2" charset="0"/>
              </a:rPr>
              <a:t>TITLE GOES HERE – 3 LINES MAX</a:t>
            </a:r>
          </a:p>
        </p:txBody>
      </p:sp>
    </p:spTree>
    <p:extLst>
      <p:ext uri="{BB962C8B-B14F-4D97-AF65-F5344CB8AC3E}">
        <p14:creationId xmlns:p14="http://schemas.microsoft.com/office/powerpoint/2010/main" val="424716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77EFDC-0E1C-C147-8832-A93008F4E010}"/>
              </a:ext>
            </a:extLst>
          </p:cNvPr>
          <p:cNvSpPr txBox="1"/>
          <p:nvPr/>
        </p:nvSpPr>
        <p:spPr>
          <a:xfrm>
            <a:off x="2466473" y="6162261"/>
            <a:ext cx="11547702" cy="52025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Emphasis of the bullet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dolor sit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Integer ac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placerat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Fusce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lectus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interdum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nec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dapibus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eros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volutpat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Nullam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Curabitur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ultrices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ipsum sed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accumsan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Sed et nisi sed ligula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vehicula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semper in at ante.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204BD0D-9572-834E-B4D4-EAD05BDBD3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7B2FD-5F41-034A-9655-408C44B9BF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72A785-07E7-7244-AB00-469525F505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1071291-5B5A-0648-982A-CA31115A3C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09F7DF9-C143-AA40-8C3C-6D5343ABB2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79556C-1465-F045-92A4-A29204C8A5C9}"/>
              </a:ext>
            </a:extLst>
          </p:cNvPr>
          <p:cNvSpPr txBox="1"/>
          <p:nvPr/>
        </p:nvSpPr>
        <p:spPr>
          <a:xfrm>
            <a:off x="2466473" y="3495559"/>
            <a:ext cx="119651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Black" panose="020B0604020202020204" pitchFamily="34" charset="0"/>
                <a:ea typeface="Roboto Slab" pitchFamily="2" charset="0"/>
              </a:rPr>
              <a:t>TITLE GOES HERE – 3 LINES MAX</a:t>
            </a:r>
          </a:p>
        </p:txBody>
      </p:sp>
    </p:spTree>
    <p:extLst>
      <p:ext uri="{BB962C8B-B14F-4D97-AF65-F5344CB8AC3E}">
        <p14:creationId xmlns:p14="http://schemas.microsoft.com/office/powerpoint/2010/main" val="198118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94A6D6-2FBC-49B9-829E-5E588E9F69EA}"/>
              </a:ext>
            </a:extLst>
          </p:cNvPr>
          <p:cNvSpPr/>
          <p:nvPr/>
        </p:nvSpPr>
        <p:spPr>
          <a:xfrm>
            <a:off x="20686012" y="1582057"/>
            <a:ext cx="3697988" cy="10551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19AD9-754D-4152-8039-80B494AE0DDB}"/>
              </a:ext>
            </a:extLst>
          </p:cNvPr>
          <p:cNvSpPr txBox="1"/>
          <p:nvPr/>
        </p:nvSpPr>
        <p:spPr>
          <a:xfrm>
            <a:off x="2466473" y="3495559"/>
            <a:ext cx="83488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rial Black" panose="020B0604020202020204" pitchFamily="34" charset="0"/>
                <a:ea typeface="Roboto Slab" pitchFamily="2" charset="0"/>
              </a:rPr>
              <a:t>TITLE GOES HERE – 3 LINES MAX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1E2F5-BBA7-40D1-86A9-AE9411207CD5}"/>
              </a:ext>
            </a:extLst>
          </p:cNvPr>
          <p:cNvSpPr txBox="1"/>
          <p:nvPr/>
        </p:nvSpPr>
        <p:spPr>
          <a:xfrm>
            <a:off x="2466473" y="6858000"/>
            <a:ext cx="6077452" cy="3694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Lorem ipsum dolor sit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Integer ac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placerat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lacus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Write short sentences.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4D49A8-0A13-7941-AEF7-6FE8717B26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38725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910366" y="8821389"/>
            <a:ext cx="3260509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GEORGE KYLLE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0822" y="9395775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4332" y="8821389"/>
            <a:ext cx="5405326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LONGER NAMEGOESHERE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77192" y="9395775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2549" y="8821389"/>
            <a:ext cx="2223943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JILL 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94720" y="9395775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6073" y="10390881"/>
            <a:ext cx="4709082" cy="148271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endParaRPr lang="en-US" sz="2400" dirty="0">
              <a:solidFill>
                <a:sysClr val="windowText" lastClr="000000"/>
              </a:solidFill>
              <a:latin typeface="Arial" panose="020B0604020202020204" pitchFamily="34" charset="0"/>
              <a:ea typeface="Open Sans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49403" y="10390881"/>
            <a:ext cx="4709082" cy="148271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endParaRPr lang="en-US" sz="2400" dirty="0">
              <a:solidFill>
                <a:sysClr val="windowText" lastClr="000000"/>
              </a:solidFill>
              <a:latin typeface="Arial" panose="020B0604020202020204" pitchFamily="34" charset="0"/>
              <a:ea typeface="Open Sans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830117" y="10390881"/>
            <a:ext cx="4709082" cy="148271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adipiscing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elit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 Maecenas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consectetur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eleifend</a:t>
            </a:r>
            <a:r>
              <a:rPr lang="en-US" sz="24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pellentesque</a:t>
            </a:r>
            <a:endParaRPr lang="en-US" sz="2400" dirty="0">
              <a:solidFill>
                <a:sysClr val="windowText" lastClr="000000"/>
              </a:solidFill>
              <a:latin typeface="Arial" panose="020B0604020202020204" pitchFamily="34" charset="0"/>
              <a:ea typeface="Open Sans" charset="0"/>
              <a:cs typeface="Arial" panose="020B0604020202020204" pitchFamily="34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416110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4114788" y="5653956"/>
            <a:ext cx="285013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GEORGE KYLLE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1928" y="6095921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521" y="5653956"/>
            <a:ext cx="187551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JOHN DOE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8346" y="6095921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60438" y="5653956"/>
            <a:ext cx="213520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CLARK DOE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70102" y="6095921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65001" y="5653956"/>
            <a:ext cx="236725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EMILY SANTA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90692" y="6095921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88" y="10928322"/>
            <a:ext cx="285013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GEORGE KYLLE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1928" y="11370287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8521" y="10928322"/>
            <a:ext cx="187551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JOHN DOE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8346" y="11370287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60438" y="10928322"/>
            <a:ext cx="213520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CLARK DOE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70102" y="11370287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65001" y="10928322"/>
            <a:ext cx="2367251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ea typeface="Open Sans" charset="0"/>
                <a:cs typeface="Arial" panose="020B0604020202020204" pitchFamily="34" charset="0"/>
              </a:rPr>
              <a:t>EMILY SANTA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490692" y="11370287"/>
            <a:ext cx="3659584" cy="43704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</a:rPr>
              <a:t>Professor of Faculty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21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22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23"/>
          </p:nvPr>
        </p:nvSpPr>
        <p:spPr/>
      </p:sp>
    </p:spTree>
    <p:extLst>
      <p:ext uri="{BB962C8B-B14F-4D97-AF65-F5344CB8AC3E}">
        <p14:creationId xmlns:p14="http://schemas.microsoft.com/office/powerpoint/2010/main" val="49524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202DBF3-BA06-0145-95E2-BDA5E9DCA9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23838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B92C66B-0BC0-3D40-8DB3-BAB39CB538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83634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C8CB3F8-3F27-014E-9A9D-8C7EBF8F6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497F9C-8A75-6A4F-A646-F22BD830F9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72A0091-A83D-6640-972F-D3EDE0F3C6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D1EE359-F6DA-A94B-B37B-BC50A08F77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C6305CB-8499-4746-8E81-B51C6636B70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22D2747-EB47-1149-B725-5F6641A6DA0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</p:spTree>
    <p:extLst>
      <p:ext uri="{BB962C8B-B14F-4D97-AF65-F5344CB8AC3E}">
        <p14:creationId xmlns:p14="http://schemas.microsoft.com/office/powerpoint/2010/main" val="72161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7">
            <a:extLst>
              <a:ext uri="{FF2B5EF4-FFF2-40B4-BE49-F238E27FC236}">
                <a16:creationId xmlns:a16="http://schemas.microsoft.com/office/drawing/2014/main" id="{D9CC29AE-3AF6-A54E-BBBB-5D118B1146DF}"/>
              </a:ext>
            </a:extLst>
          </p:cNvPr>
          <p:cNvSpPr txBox="1">
            <a:spLocks/>
          </p:cNvSpPr>
          <p:nvPr/>
        </p:nvSpPr>
        <p:spPr>
          <a:xfrm>
            <a:off x="1237586" y="5105400"/>
            <a:ext cx="9607623" cy="3505200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9600" dirty="0">
                <a:solidFill>
                  <a:schemeClr val="tx2"/>
                </a:solidFill>
              </a:rPr>
              <a:t>THANK YOU.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EE763-A249-DA4D-A908-1C16AF70F10A}"/>
              </a:ext>
            </a:extLst>
          </p:cNvPr>
          <p:cNvSpPr txBox="1"/>
          <p:nvPr/>
        </p:nvSpPr>
        <p:spPr>
          <a:xfrm>
            <a:off x="12854099" y="4018761"/>
            <a:ext cx="9729456" cy="567847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Joe Smithville,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Chief Marketing Officer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Robin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Longname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Donor Relations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Roger Clement,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Impact Area Coordinator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endParaRPr lang="en-US" sz="3200" dirty="0"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buClr>
                <a:schemeClr val="tx2"/>
              </a:buClr>
              <a:buSzPct val="125000"/>
            </a:pP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512-444-5555 or </a:t>
            </a:r>
            <a:r>
              <a:rPr lang="en-US" sz="3200" dirty="0" err="1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email@austin.utexas.edu</a:t>
            </a:r>
            <a:endParaRPr lang="en-US" sz="3200" dirty="0"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buClr>
                <a:schemeClr val="tx2"/>
              </a:buClr>
              <a:buSzPct val="125000"/>
            </a:pPr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buClr>
                <a:schemeClr val="tx2"/>
              </a:buClr>
              <a:buSzPct val="125000"/>
            </a:pPr>
            <a:r>
              <a:rPr lang="en-US" sz="3200" b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cockrell.</a:t>
            </a: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utexas.edu</a:t>
            </a:r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DCB49B-2184-EC45-BCEE-4BCA6F4DF882}"/>
              </a:ext>
            </a:extLst>
          </p:cNvPr>
          <p:cNvCxnSpPr>
            <a:cxnSpLocks/>
          </p:cNvCxnSpPr>
          <p:nvPr/>
        </p:nvCxnSpPr>
        <p:spPr>
          <a:xfrm>
            <a:off x="12192000" y="3422177"/>
            <a:ext cx="0" cy="68716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99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DBCE4E-964D-BE4C-8FC2-0A9216C028AF}"/>
              </a:ext>
            </a:extLst>
          </p:cNvPr>
          <p:cNvSpPr/>
          <p:nvPr/>
        </p:nvSpPr>
        <p:spPr>
          <a:xfrm>
            <a:off x="812801" y="677335"/>
            <a:ext cx="9889066" cy="2929466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828800">
              <a:defRPr/>
            </a:pPr>
            <a:endParaRPr lang="en-US" sz="360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7616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T-Theme">
  <a:themeElements>
    <a:clrScheme name="UT">
      <a:dk1>
        <a:srgbClr val="333F48"/>
      </a:dk1>
      <a:lt1>
        <a:srgbClr val="FFFFFF"/>
      </a:lt1>
      <a:dk2>
        <a:srgbClr val="BF5700"/>
      </a:dk2>
      <a:lt2>
        <a:srgbClr val="FFFFFF"/>
      </a:lt2>
      <a:accent1>
        <a:srgbClr val="F8971F"/>
      </a:accent1>
      <a:accent2>
        <a:srgbClr val="FFD600"/>
      </a:accent2>
      <a:accent3>
        <a:srgbClr val="A6CD57"/>
      </a:accent3>
      <a:accent4>
        <a:srgbClr val="005F86"/>
      </a:accent4>
      <a:accent5>
        <a:srgbClr val="5B9BD5"/>
      </a:accent5>
      <a:accent6>
        <a:srgbClr val="9CADB7"/>
      </a:accent6>
      <a:hlink>
        <a:srgbClr val="BF5700"/>
      </a:hlink>
      <a:folHlink>
        <a:srgbClr val="BF5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8E3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0800">
          <a:solidFill>
            <a:schemeClr val="bg1">
              <a:lumMod val="9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6000" smtClean="0">
            <a:latin typeface="Montserrat Black" panose="00000A00000000000000" pitchFamily="50" charset="0"/>
            <a:ea typeface="Roboto Slab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T-Theme" id="{D16FE7CF-F23E-3F49-B460-1D086A6DCFBD}" vid="{9C78496B-9871-A644-BC61-45D0E5402D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UT-Theme</Template>
  <TotalTime>12857</TotalTime>
  <Words>485</Words>
  <Application>Microsoft Macintosh PowerPoint</Application>
  <PresentationFormat>Custom</PresentationFormat>
  <Paragraphs>56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Wingdings</vt:lpstr>
      <vt:lpstr>Open Sans</vt:lpstr>
      <vt:lpstr>Arial</vt:lpstr>
      <vt:lpstr>Arial Black</vt:lpstr>
      <vt:lpstr>UT-Theme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Texas Engineering</dc:creator>
  <cp:keywords/>
  <dc:description/>
  <cp:lastModifiedBy>Lewis, Steph</cp:lastModifiedBy>
  <cp:revision>326</cp:revision>
  <dcterms:created xsi:type="dcterms:W3CDTF">2019-05-08T18:17:41Z</dcterms:created>
  <dcterms:modified xsi:type="dcterms:W3CDTF">2023-04-07T15:42:21Z</dcterms:modified>
  <cp:category/>
</cp:coreProperties>
</file>